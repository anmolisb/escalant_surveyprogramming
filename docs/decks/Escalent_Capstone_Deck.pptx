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62A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C99A3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C99A3B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ISB AMPBA 2026S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Platform for Automated Survey Programming, Route Discovery, and Quality Assurance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Escalent India Pvt. Ltd.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C99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Anmol Jindal   ·   Anoop Kumar   ·   Atishi   ·   Raveena Mallina   ·   Sanskar Jain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August to 30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Proposed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are hand-scripted from Questionnaire Requirement Documents, then tested by a person clicking through every route by eye.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9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971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respondent paths in just one 60-question, 18-branch survey. Exhaustive manual testing is not under-resourced, it is arithmetically impossible.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4425696"/>
            <a:ext cx="82296" cy="82296"/>
          </a:xfrm>
          <a:prstGeom prst="ellipse">
            <a:avLst/>
          </a:prstGeom>
          <a:solidFill>
            <a:srgbClr val="B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343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never counted or recorded on any study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992624"/>
            <a:ext cx="82296" cy="82296"/>
          </a:xfrm>
          <a:prstGeom prst="ellipse">
            <a:avLst/>
          </a:prstGeom>
          <a:solidFill>
            <a:srgbClr val="B23B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91032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defect classes cannot be reached by a person clicking through a survey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5559552"/>
            <a:ext cx="82296" cy="82296"/>
          </a:xfrm>
          <a:prstGeom prst="ellipse">
            <a:avLst/>
          </a:prstGeom>
          <a:solidFill>
            <a:srgbClr val="B2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4772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survives the project once it ships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5513832" cy="4892040"/>
          </a:xfrm>
          <a:prstGeom prst="roundRect">
            <a:avLst>
              <a:gd name="adj" fmla="val 1495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62763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A3B"/>
                </a:solidFill>
              </a:rPr>
              <a:t>THE PROPOSED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029968"/>
            <a:ext cx="4873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platform: five specialized agents automate the QRE-to-QC-report lifecycle end to end, with one human approval gate.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2788920"/>
            <a:ext cx="365760" cy="36576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74320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QRE Interpreter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40880" y="3008376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 typed specification from the QRE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465576"/>
            <a:ext cx="365760" cy="36576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341985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Builder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0" y="3685032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live survey from the approved spec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4142232"/>
            <a:ext cx="365760" cy="36576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09651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40880" y="4361688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routes and declares coverage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37960" y="4818888"/>
            <a:ext cx="365760" cy="36576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818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77316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Bot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0" y="5038344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route as a synthetic respondent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37960" y="5495544"/>
            <a:ext cx="365760" cy="36576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5495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5449824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Adjudicator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040880" y="5715000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results and emits the QC report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Escalent Capstone  ·  Agentic AI Survey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0" y="26974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65960" y="214884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2240280"/>
            <a:ext cx="256032" cy="256032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0824" y="2514600"/>
            <a:ext cx="130759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5831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2240280"/>
            <a:ext cx="685800" cy="685800"/>
          </a:xfrm>
          <a:prstGeom prst="diamond">
            <a:avLst/>
          </a:prstGeom>
          <a:solidFill>
            <a:srgbClr val="C99A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40280"/>
            <a:ext cx="9052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6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6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6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89120" y="21259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30861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169164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1783080"/>
            <a:ext cx="256032" cy="256032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783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4024" y="2057400"/>
            <a:ext cx="130759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65176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743200"/>
            <a:ext cx="256032" cy="256032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743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4024" y="3017520"/>
            <a:ext cx="130759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14173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parallel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1259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26480" y="30861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46520" y="214884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2240280"/>
            <a:ext cx="256032" cy="256032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01384" y="2514600"/>
            <a:ext cx="130759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25831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83880" y="214884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/>
        </p:spPr>
      </p:sp>
      <p:sp>
        <p:nvSpPr>
          <p:cNvPr id="33" name="Shape 31"/>
          <p:cNvSpPr/>
          <p:nvPr/>
        </p:nvSpPr>
        <p:spPr>
          <a:xfrm>
            <a:off x="8275320" y="2240280"/>
            <a:ext cx="256032" cy="256032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38744" y="2514600"/>
            <a:ext cx="130759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25831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921240" y="219456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3B7A4C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21945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Report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JSON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11274552" cy="1600200"/>
          </a:xfrm>
          <a:prstGeom prst="roundRect">
            <a:avLst>
              <a:gd name="adj" fmla="val 4571"/>
            </a:avLst>
          </a:prstGeom>
          <a:solidFill>
            <a:srgbClr val="F2F5F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617720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one checkpoint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3575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QRE becomes a specification, a reviewer approves it once, and everything downstream runs from that approved spec.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43984" y="4617720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call each other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443984" y="4937760"/>
            <a:ext cx="3575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reads and writes one typed shared state object. Every handoff is inspectable and any stage can be resumed.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56448" y="4617720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are code, not model output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156448" y="4937760"/>
            <a:ext cx="35753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 or fail is produced by deterministic assertions, so results are reproducible and auditable.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Escalent Capstone  ·  Agentic AI Survey 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Tech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4892040"/>
          </a:xfrm>
          <a:prstGeom prst="roundRect">
            <a:avLst>
              <a:gd name="adj" fmla="val 1495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600200"/>
            <a:ext cx="4443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</a:rPr>
              <a:t>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1965960"/>
            <a:ext cx="4443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reference QREs, authored to deliberately span every axis of real-world variation: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" y="2606040"/>
            <a:ext cx="73152" cy="566928"/>
          </a:xfrm>
          <a:prstGeom prst="roundRect">
            <a:avLst/>
          </a:prstGeom>
          <a:solidFill>
            <a:srgbClr val="C99A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786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consumer goods, and technology sectors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355848"/>
            <a:ext cx="73152" cy="566928"/>
          </a:xfrm>
          <a:prstGeom prst="roundRect">
            <a:avLst/>
          </a:prstGeom>
          <a:solidFill>
            <a:srgbClr val="C99A3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32841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Screeners, trackers, and concept tests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4105656"/>
            <a:ext cx="73152" cy="566928"/>
          </a:xfrm>
          <a:prstGeom prst="roundRect">
            <a:avLst/>
          </a:prstGeom>
          <a:solidFill>
            <a:srgbClr val="C99A3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7822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42885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and multi-choice, dropdowns, grids, numeric, and open-ended free 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4855464"/>
            <a:ext cx="73152" cy="566928"/>
          </a:xfrm>
          <a:prstGeom prst="roundRect">
            <a:avLst/>
          </a:prstGeom>
          <a:solidFill>
            <a:srgbClr val="C99A3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280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LOGIC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50383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Quotas, randomization, piping, and branching skip logic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5605272"/>
            <a:ext cx="73152" cy="566928"/>
          </a:xfrm>
          <a:prstGeom prst="roundRect">
            <a:avLst/>
          </a:prstGeom>
          <a:solidFill>
            <a:srgbClr val="C99A3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5778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57881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percent synthetic and team-authored. No real Escalent or panel data at any point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0" y="1371600"/>
            <a:ext cx="5879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</a:rPr>
              <a:t>TECH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37360"/>
          <a:ext cx="58795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42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+ 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LLM API, model pinned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Streamlit, Python only, no separate API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with 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feasibility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database with Z3 solver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WeasyPrint, PDF and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on a single cloud 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Escalent Capstone  ·  Agentic AI Survey Platform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and Risk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</a:rPr>
              <a:t>SUCCESS METRICS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914400"/>
        </p:xfrm>
        <a:graphic>
          <a:graphicData uri="http://schemas.openxmlformats.org/drawingml/2006/table">
            <a:tbl>
              <a:tblPr/>
              <a:tblGrid>
                <a:gridCol w="7328459"/>
                <a:gridCol w="3946093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Questionnaire read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logic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 of reachable paths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≥90% recall, ≤10% false alarms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answer every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</a:rPr>
              <a:t>RISK METRICS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11274552" cy="914400"/>
        </p:xfrm>
        <a:graphic>
          <a:graphicData uri="http://schemas.openxmlformats.org/drawingml/2006/table">
            <a:tbl>
              <a:tblPr/>
              <a:tblGrid>
                <a:gridCol w="5186294"/>
                <a:gridCol w="608825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Reproducibility: non-deterministic LLM, route, and randomization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version and prompt hash logged per run; routes seeded; all verdicts from deterministic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positives: infeasible routes reported as defects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Z3 solver prunes unreachable paths before they enter the test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wrong specification: a confidently wrong extraction passes review undetected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from multi-sample agreement, calibrated against hand-coded ground truth before build begins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Escalent Capstone  ·  Agentic AI Survey Platform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Plan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65960"/>
                <a:gridCol w="2606040"/>
                <a:gridCol w="260604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10-14 Aug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 spikes, set targets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spike - Anmol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Wireframes - Raveena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spike - Anoop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targets - Sanskar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QRE-1 + answer key - Atishi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W2-W3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17-28 Aug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spec, start build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1-3 build - Anoop, Sanskar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Cloud, CI, front-end shell - Anmol, Raveena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QRE-2 to QRE-5 - Atishi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W4-W5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Aug-11 Sep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end-to-end run (M2)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4-5 wired in - Anmol, Raveena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1-3 refined - Anoop, Sanskar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QRE-6 to QRE-10; defects started - Atishi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W6-W9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Sep-9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agents to target (M3)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1, 3 to target - Anoop, Sanskar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2, 4, 5 to target - Anmol, Raveena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QRE-11 to QRE-20; defects done - Atishi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12-16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UAT, benchmark, sign-off (M4)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W11-W12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19-30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Present, report, handover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M1-M4 are the charter's anchor milestone gates.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Escalent Capstone  ·  Agentic AI Survey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2026-08-07T05:32:30Z</dcterms:created>
  <dcterms:modified xsi:type="dcterms:W3CDTF">2026-08-07T05:32:30Z</dcterms:modified>
</cp:coreProperties>
</file>